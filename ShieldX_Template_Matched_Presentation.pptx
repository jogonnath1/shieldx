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latin typeface="Times New Roman"/>
              </a:defRPr>
            </a:pPr>
            <a:r>
              <a:t>ShieldX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2286000"/>
          <a:ext cx="7616952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984"/>
                <a:gridCol w="2538984"/>
                <a:gridCol w="2538984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Jogonnath Das Talukder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Shrestta Das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Khandoker Syed Shovon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Supervisor: Shahriar Arefin Zummon</a:t>
            </a:r>
            <a:br/>
            <a:r>
              <a:t>Lecturer, Dept. of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7616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000" i="1">
                <a:latin typeface="Times New Roman"/>
              </a:defRPr>
            </a:pPr>
            <a:r>
              <a:t>This slide contains the official project title, the names of all team members, and the name of the project supervisor. The title is clear, concise, and professional.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Team Overview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Project Overview &amp; Goal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Functional Requirements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Non-Functional Requirements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Technical Diagrams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Project Demonstration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Discussion / Conclusion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Team Overview*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Jogonnath Das Talukder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Developed the frontend API and Firebase integration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Shrestta Das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Implemented SOS systems, mappings, and Supabase integration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Khandoker Syed Shovon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Designed the database schema and implemented admin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Project Overview &amp;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Description of the project: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A comprehensive mobile application bridging the gap between citizens and law enforcement.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Main objectives and goals: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Empower citizens to report crimes, track complaints, and trigger SOS alerts.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Provide admins with a command dashboard to manage reports efficiently.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Problem statement &amp; motivation: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The lack of a centralized, real-time emergency reporting and tracking system within the Sylhet Metropolitan Police jurisdiction.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List of functional requirements: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Secure Onboarding (OTP &amp; NID Verification)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Smart Complaint Submission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Real-time Tracking &amp; Interactive Police Map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SOS Emergency Broadcasting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Admin Command Dashboard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Use Case Diagram: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(Insert Use Case Diagram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Operating system environment: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Android &amp; iOS (Cross-platform)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Frameworks and tools: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Flutter (Dart) for UI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Supabase (PostgreSQL) for Backend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Riverpod for State Management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GoRouter for Routing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flutter_map for Geolocation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Technical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Technical diagrams (ER Diagram / DFD / Class Diagram)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(Please insert the diagrams on this and the following slides)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Project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Insert video or slideshow of project demo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1-minute overview covering key features: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Discussion /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Limitations: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Reliance on active internet and GPS.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Restrictions: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Currently scoped to SMP jurisdiction.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Future scope and improvements: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Scale up to a national platform.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Incorporate AI for crime pattern prediction.</a:t>
            </a:r>
          </a:p>
          <a:p>
            <a:pPr lvl="1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- Implement multilingual interfaces.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828800" y="914400"/>
            <a:ext cx="3657600" cy="5486400"/>
          </a:xfrm>
          <a:prstGeom prst="arc">
            <a:avLst/>
          </a:prstGeom>
          <a:ln w="12700">
            <a:solidFill>
              <a:srgbClr val="2F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0" y="4572000"/>
            <a:ext cx="1645920" cy="731520"/>
          </a:xfrm>
          <a:prstGeom prst="chevron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2800">
                <a:solidFill>
                  <a:srgbClr val="FFFFF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000000"/>
                </a:solidFill>
                <a:latin typeface="Times New Roman"/>
              </a:defRPr>
            </a:pPr>
            <a: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• Present the Functional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